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66360" y="1005840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ptos"/>
              </a:rPr>
              <a:t>FitBuddy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2057400"/>
            <a:ext cx="6126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ptos"/>
              </a:rPr>
              <a:t>A fitness plan that adapts with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489204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47A"/>
                </a:solidFill>
                <a:latin typeface="Aptos"/>
              </a:rPr>
              <a:t>Smart workouts built around your goals and your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98480" y="6080760"/>
            <a:ext cx="1490472" cy="77724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9D74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ptos"/>
              </a:rPr>
              <a:t>Generic Plans Don't Survive Real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7A"/>
                </a:solidFill>
                <a:latin typeface="Aptos"/>
              </a:rPr>
              <a:t>One-size-fits-all training breaks down fast.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0972800" cy="22860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9D74"/>
                </a:solidFill>
                <a:latin typeface="Aptos"/>
              </a:rPr>
              <a:t>ONE-SIZE-FITS-ALL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ptos"/>
              </a:rPr>
              <a:t>Real life changes. A rigid workout plan often doesn't.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47A"/>
                </a:solidFill>
                <a:latin typeface="Aptos"/>
              </a:rPr>
              <a:t>Work, family, energy and availability can shift from day to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564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352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9D74"/>
                </a:solidFill>
                <a:latin typeface="Aptos"/>
              </a:rPr>
              <a:t>The FitBuddy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1264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ptos"/>
              </a:rPr>
              <a:t>Your Fitness,
Reimagined.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37560"/>
            <a:ext cx="6126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9747A"/>
                </a:solidFill>
                <a:latin typeface="Aptos"/>
              </a:rPr>
              <a:t>FitBuddy is a dynamic training partner that adapts to your progress, schedule, and challenges.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83480"/>
            <a:ext cx="5303520" cy="77724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1846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ptos"/>
              </a:rPr>
              <a:t>A plan that evolves with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9D74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ptos"/>
              </a:rPr>
              <a:t>Generic Plans Don't Survive Real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7A"/>
                </a:solidFill>
                <a:latin typeface="Aptos"/>
              </a:rPr>
              <a:t>Traditional plans assume a consistent schedule.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525780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64008" cy="224028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96312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ONE-SIZE-FITS-ALL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53512"/>
            <a:ext cx="484632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Static plans often ignore changing schedules, energy levels, and real-life demands.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31720"/>
            <a:ext cx="53949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331720"/>
            <a:ext cx="64008" cy="224028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96312"/>
            <a:ext cx="4983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LIFE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53512"/>
            <a:ext cx="498348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When work, family, or energy levels change, progress can quickly fall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74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The plan should adapt — not ask life to stay the same.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0"/>
            <a:ext cx="4190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001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9D74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217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Aptos"/>
              </a:rPr>
              <a:t>One-Size-Fits-All
Doesn't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47A"/>
                </a:solidFill>
                <a:latin typeface="Aptos"/>
              </a:rPr>
              <a:t>Most fitness apps use static workouts that ignore your schedule and energy.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51960"/>
            <a:ext cx="6492240" cy="123444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Life Changes. Your Plan Should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9834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When your goals or availability shift, a rigid plan becomes a roadblock.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66360" y="685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9D74"/>
                </a:solidFill>
                <a:latin typeface="Aptos"/>
              </a:rPr>
              <a:t>THE FITBUDDY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1325880"/>
            <a:ext cx="5760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Your plan. Your goals.
Your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288036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Your Workout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347472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47A"/>
                </a:solidFill>
                <a:latin typeface="Aptos"/>
              </a:rPr>
              <a:t>A workout library with exercises and goal-specific programs ready to start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4617720"/>
            <a:ext cx="5852160" cy="77724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48280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ptos"/>
              </a:rPr>
              <a:t>“What should I do today?” — answered instantly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5532120"/>
            <a:ext cx="5852160" cy="777240"/>
          </a:xfrm>
          <a:prstGeom prst="roundRect">
            <a:avLst/>
          </a:prstGeom>
          <a:solidFill>
            <a:srgbClr val="F6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57424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ptos"/>
              </a:rPr>
              <a:t>“How do I get there?” — a clear path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5303520" cy="4160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63640" y="73152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ptos"/>
              </a:rPr>
              <a:t>Your Starting Point Becomes the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691640"/>
            <a:ext cx="5166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7A"/>
                </a:solidFill>
                <a:latin typeface="Aptos"/>
              </a:rPr>
              <a:t>FitBuddy meets you where you are. Choose your level and focus, and the right program appears.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78892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278892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953512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🏁 PICK YOUR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41071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Beginner through expert — tailored to where you are now.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4048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84048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05072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🎯 CHOOSE YOUR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4622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Body-part splits, full-body sessions, or targeted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892040"/>
            <a:ext cx="5166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489204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056631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⚡ SAMPLE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513831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Ready-to-start options like weight loss and toning.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9D74"/>
                </a:solidFill>
                <a:latin typeface="Aptos"/>
              </a:rPr>
              <a:t>ADAPTIVE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ptos"/>
              </a:rPr>
              <a:t>Training Principles, Not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7A"/>
                </a:solidFill>
                <a:latin typeface="Aptos"/>
              </a:rPr>
              <a:t>Every program follows three core principles.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34747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64008" cy="242316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96312"/>
            <a:ext cx="3063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PROGRESSION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53512"/>
            <a:ext cx="3063239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Gradually increase demands as you improve.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31720"/>
            <a:ext cx="34747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64008" cy="242316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96312"/>
            <a:ext cx="3063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SPECIFICITY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53512"/>
            <a:ext cx="3063239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Train toward your goal, not a random muscle-of-the-day.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4747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64008" cy="242316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96312"/>
            <a:ext cx="3063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INDIVIDUALIZATION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53512"/>
            <a:ext cx="3063239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Plans should reflect each person’s needs and starting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4160520" cy="4160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66360" y="685800"/>
            <a:ext cx="603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The “Today”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66360" y="141732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47A"/>
                </a:solidFill>
                <a:latin typeface="Aptos"/>
              </a:rPr>
              <a:t>Turn intention into an actual workout.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2148840"/>
            <a:ext cx="6126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66360" y="214884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2313432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770632"/>
            <a:ext cx="5715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Pick a premade plan or build your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3246120"/>
            <a:ext cx="6126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60" y="324612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3410712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867911"/>
            <a:ext cx="5715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Arrange warm-up, FITT main set, cool-down.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4343400"/>
            <a:ext cx="6126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434340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4507992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EVOLVE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965192"/>
            <a:ext cx="5715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Auto-update plans as you progress.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562356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9D74"/>
                </a:solidFill>
                <a:latin typeface="Aptos"/>
              </a:rPr>
              <a:t>Every session is organized with purpose.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9D74"/>
                </a:solidFill>
                <a:latin typeface="Aptos"/>
              </a:rPr>
              <a:t>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ptos"/>
              </a:rPr>
              <a:t>When Motivation Drops, the Plan Compensates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7A"/>
                </a:solidFill>
                <a:latin typeface="Aptos"/>
              </a:rPr>
              <a:t>Structure and variety keep sessions moving.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926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64008" cy="123444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21992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BUILT-IN VARIETY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25146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Core, lower body, cardio, and stretches.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2926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657600"/>
            <a:ext cx="64008" cy="123444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GOAL-SPECIFIC TRACKS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79392"/>
            <a:ext cx="25146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Keep moving forward, even on low-energy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057400"/>
            <a:ext cx="2926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20" y="2057400"/>
            <a:ext cx="64008" cy="123444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221992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CONSISTENCY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679192"/>
            <a:ext cx="25146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Structure and variety reduce drop-off.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0"/>
            <a:ext cx="428213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777240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ptos"/>
              </a:rPr>
              <a:t>A Clear Case for Personalized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9D74"/>
                </a:solidFill>
                <a:latin typeface="Aptos"/>
              </a:rPr>
              <a:t>Why Personalization Is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6492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47A"/>
                </a:solidFill>
                <a:latin typeface="Aptos"/>
              </a:rPr>
              <a:t>Long-term fitness success requires individualization and adaptation. A plan that ignores who you are won’t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51960"/>
            <a:ext cx="6309360" cy="96012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44568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FitBuddy tailors every workout by level and goal.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143000"/>
            <a:ext cx="443484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85800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Aptos"/>
              </a:rPr>
              <a:t>From Workout Library to Adaptive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7A"/>
                </a:solidFill>
                <a:latin typeface="Aptos"/>
              </a:rPr>
              <a:t>FitBuddy scales from single exercises to full programs — aligned to your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06040"/>
            <a:ext cx="5806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60604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70632"/>
            <a:ext cx="53949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01  SET YOUR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27832"/>
            <a:ext cx="53949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Choose weight loss, strength, toning, or endurance.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03320"/>
            <a:ext cx="5806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70332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67911"/>
            <a:ext cx="53949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02  RUN STRUCTURED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25112"/>
            <a:ext cx="53949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Follow programs with warm-up, work, and cool-down phases.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800600"/>
            <a:ext cx="5806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80060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65192"/>
            <a:ext cx="53949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03  UPDATE YOUR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22392"/>
            <a:ext cx="53949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As you improve, the plan adds new challenges.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9D74"/>
                </a:solidFill>
                <a:latin typeface="Aptos"/>
              </a:rPr>
              <a:t>ADAPTIVE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ptos"/>
              </a:rPr>
              <a:t>FitBuddy Adapts With You — So Your Fitness Can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7A"/>
                </a:solidFill>
                <a:latin typeface="Aptos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64008" cy="214884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2199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🔄 YOUR PLAN ISN'T STATIC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30175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It evolves with your goals and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57400"/>
            <a:ext cx="64008" cy="214884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2199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🚀 START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2"/>
            <a:ext cx="30175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Begin where you 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057400"/>
            <a:ext cx="34290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057400"/>
            <a:ext cx="64008" cy="214884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21992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EVOLVE TOMORROW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79192"/>
            <a:ext cx="30175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FitBuddy adapts from there.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892040"/>
            <a:ext cx="6309360" cy="77724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510235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Your fitness journey keeps moving forward.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66360" y="68580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ptos"/>
              </a:rPr>
              <a:t>Unleash Your Potential with FitBuddy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1737360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747A"/>
                </a:solidFill>
                <a:latin typeface="Aptos"/>
              </a:rPr>
              <a:t>More than a workout app — a personalized fitness partner designed to adapt to your journey.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2788920"/>
            <a:ext cx="5806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66360" y="278892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2953512"/>
            <a:ext cx="53949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PERSONALIZED TO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410712"/>
            <a:ext cx="53949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Plans tailored to your level, goals, and preferences.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3886200"/>
            <a:ext cx="5806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388620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050791"/>
            <a:ext cx="53949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ADAPTS TO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507992"/>
            <a:ext cx="53949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Your program evolves with progress, schedule, and challenges.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4983480"/>
            <a:ext cx="58064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4983480"/>
            <a:ext cx="64008" cy="914400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5148072"/>
            <a:ext cx="53949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BUILT FOR 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605272"/>
            <a:ext cx="53949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47A"/>
                </a:solidFill>
                <a:latin typeface="Aptos"/>
              </a:rPr>
              <a:t>Dynamic workouts designed to overcome motivation drops.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66360" y="1097280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9D74"/>
                </a:solidFill>
                <a:latin typeface="Aptos"/>
              </a:rPr>
              <a:t>Keep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1965960"/>
            <a:ext cx="6126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00000"/>
                </a:solidFill>
                <a:latin typeface="Aptos"/>
              </a:rPr>
              <a:t>Start where you are.
Evolve from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39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47A"/>
                </a:solidFill>
                <a:latin typeface="Aptos"/>
              </a:rPr>
              <a:t>FitBuddy adapts with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4892040"/>
            <a:ext cx="2926080" cy="73152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509320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Your goals. Your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000000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703320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47A"/>
                </a:solidFill>
                <a:latin typeface="Aptos"/>
              </a:rPr>
              <a:t>FitBuddy • A fitness plan that adapts with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4617720"/>
            <a:ext cx="2834640" cy="73152"/>
          </a:xfrm>
          <a:prstGeom prst="rect">
            <a:avLst/>
          </a:prstGeom>
          <a:solidFill>
            <a:srgbClr val="1F9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47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