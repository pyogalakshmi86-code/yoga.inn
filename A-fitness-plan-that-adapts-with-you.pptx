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54801" y="1117798"/>
            <a:ext cx="6053978" cy="69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FitBuddy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354801" y="2152452"/>
            <a:ext cx="6053978" cy="2894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50" b="1" spc="-18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fitness plan that adapts with you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5354801" y="5382121"/>
            <a:ext cx="6663563" cy="35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workouts built around your goals and your level.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1597422"/>
            <a:ext cx="10625864" cy="139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Generic Plans Don't Survive Real Life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16" y="3331170"/>
            <a:ext cx="10625864" cy="192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50" b="1" spc="-18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One-size-fits-all training breaks down fast.</a:t>
            </a:r>
            <a:endParaRPr lang="en-US" sz="6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54801" y="1421209"/>
            <a:ext cx="6053978" cy="69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FitBuddy Promise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354801" y="2455863"/>
            <a:ext cx="6053978" cy="1929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50" b="1" spc="-18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Fitness, Reimagined.</a:t>
            </a:r>
            <a:endParaRPr lang="en-US" sz="6050" dirty="0"/>
          </a:p>
        </p:txBody>
      </p:sp>
      <p:sp>
        <p:nvSpPr>
          <p:cNvPr id="5" name="Text 2"/>
          <p:cNvSpPr/>
          <p:nvPr/>
        </p:nvSpPr>
        <p:spPr>
          <a:xfrm>
            <a:off x="5354801" y="4720828"/>
            <a:ext cx="605397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is a dynamic training partner that adapts to your progress, schedule, and challenges.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2082502"/>
            <a:ext cx="10625864" cy="69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FitBuddy Promise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16" y="3117155"/>
            <a:ext cx="10625864" cy="964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50" b="1" spc="-18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Fitness, Reimagined.</a:t>
            </a:r>
            <a:endParaRPr lang="en-US" sz="6050" dirty="0"/>
          </a:p>
        </p:txBody>
      </p:sp>
      <p:sp>
        <p:nvSpPr>
          <p:cNvPr id="4" name="Text 2"/>
          <p:cNvSpPr/>
          <p:nvPr/>
        </p:nvSpPr>
        <p:spPr>
          <a:xfrm>
            <a:off x="782916" y="4417417"/>
            <a:ext cx="11235449" cy="35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is a dynamic training partner that adapts to your progress, schedule, and challenges.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6" y="1370806"/>
            <a:ext cx="6053978" cy="209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Generic Plans Don't Survive Real Life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2916" y="3803650"/>
            <a:ext cx="6053978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950"/>
              </a:spcAft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fitness plans are often one-size-fits-all and assume a consistent schedule.</a:t>
            </a:r>
            <a:endParaRPr lang="en-US" sz="17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work, family, or energy levels change, progress can quickly fall apart.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54801" y="643136"/>
            <a:ext cx="6053978" cy="196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00" b="1" spc="-12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Generic Plans Don't Survive Real Life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4801" y="2897485"/>
            <a:ext cx="6053978" cy="15609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90946" y="3132038"/>
            <a:ext cx="5483286" cy="32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One-Size-Fits-All Doesn't Work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5690946" y="3576340"/>
            <a:ext cx="5483286" cy="64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fitness apps use static workouts that ignore your schedule and energy.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4801" y="4653955"/>
            <a:ext cx="6053978" cy="156090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90946" y="4888508"/>
            <a:ext cx="5483286" cy="32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Life Changes. Your Plan Should Too.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5690946" y="5332809"/>
            <a:ext cx="5483286" cy="647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60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your goals or availability shift, a rigid plan becomes a roadblock.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47799"/>
            <a:ext cx="10625864" cy="6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b="1" spc="-11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FitBuddy Promise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656" y="1752501"/>
            <a:ext cx="6061320" cy="34360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15285" y="2284611"/>
            <a:ext cx="2205478" cy="305792"/>
          </a:xfrm>
          <a:prstGeom prst="roundRect">
            <a:avLst>
              <a:gd name="adj" fmla="val 22122"/>
            </a:avLst>
          </a:prstGeom>
          <a:solidFill>
            <a:srgbClr val="DADBF1"/>
          </a:solidFill>
          <a:ln/>
        </p:spPr>
      </p:sp>
      <p:sp>
        <p:nvSpPr>
          <p:cNvPr id="5" name="Text 2"/>
          <p:cNvSpPr/>
          <p:nvPr/>
        </p:nvSpPr>
        <p:spPr>
          <a:xfrm>
            <a:off x="8136032" y="2344936"/>
            <a:ext cx="2573571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WORKOUT SOURCE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15285" y="2662833"/>
            <a:ext cx="3399745" cy="629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spc="-5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plan. Your goals. Your progress.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015285" y="3473252"/>
            <a:ext cx="3399745" cy="1223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is your go-to workout library — with thousands of exercises and goal-specific programs ready to start today.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419" y="5606107"/>
            <a:ext cx="301915" cy="3019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37148" y="5596136"/>
            <a:ext cx="454549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"What should I do today?"</a:t>
            </a:r>
            <a:pPr algn="l" indent="0" marL="0">
              <a:lnSpc>
                <a:spcPct val="1270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answered instantly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4557" y="5606107"/>
            <a:ext cx="301915" cy="3019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63285" y="5596136"/>
            <a:ext cx="454549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5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"How do I get there?"</a:t>
            </a:r>
            <a:pPr algn="l" indent="0" marL="0">
              <a:lnSpc>
                <a:spcPct val="127000"/>
              </a:lnSpc>
              <a:buNone/>
            </a:pPr>
            <a:r>
              <a:rPr lang="en-US" sz="1550" spc="-32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clear path forward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1183084"/>
            <a:ext cx="10625864" cy="1398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Starting Point Becomes the Blueprint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82916" y="3028652"/>
            <a:ext cx="11235449" cy="35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meets you where you are. Choose your level and focus, and the right program appears.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2916" y="3638252"/>
            <a:ext cx="3392799" cy="2036564"/>
          </a:xfrm>
          <a:prstGeom prst="roundRect">
            <a:avLst>
              <a:gd name="adj" fmla="val 4613"/>
            </a:avLst>
          </a:prstGeom>
          <a:solidFill>
            <a:srgbClr val="DADBF1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249" y="3874591"/>
            <a:ext cx="2920133" cy="35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🏁</a:t>
            </a:r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Pick Your Level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19249" y="4364534"/>
            <a:ext cx="2920133" cy="1073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 through expert — tailored to where you are now.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399349" y="3638252"/>
            <a:ext cx="3392899" cy="2036564"/>
          </a:xfrm>
          <a:prstGeom prst="roundRect">
            <a:avLst>
              <a:gd name="adj" fmla="val 4613"/>
            </a:avLst>
          </a:prstGeom>
          <a:solidFill>
            <a:srgbClr val="DADBF1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5682" y="3874591"/>
            <a:ext cx="2920232" cy="35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Choose Your Focus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35682" y="4364534"/>
            <a:ext cx="2920232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Body-part splits, full-body sessions, or targeted goals.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5881" y="3638252"/>
            <a:ext cx="3392799" cy="2036564"/>
          </a:xfrm>
          <a:prstGeom prst="roundRect">
            <a:avLst>
              <a:gd name="adj" fmla="val 4613"/>
            </a:avLst>
          </a:prstGeom>
          <a:solidFill>
            <a:srgbClr val="DADBF1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2214" y="3874591"/>
            <a:ext cx="2920133" cy="35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Sample Programs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52214" y="4364534"/>
            <a:ext cx="292013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Ready-to-start options like weight loss and toning.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756444"/>
            <a:ext cx="10625864" cy="489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9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Adaptive Design: Training Principles, Not Vibes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46" y="1533426"/>
            <a:ext cx="3585279" cy="3585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93189" y="3006725"/>
            <a:ext cx="5121941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is built on proven exercise science, not random workouts. Every program follows three core principles that make training effective and personal.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3866" y="5346204"/>
            <a:ext cx="3469692" cy="77430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578" y="5365254"/>
            <a:ext cx="3255980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Progression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77578" y="5675610"/>
            <a:ext cx="3255980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Gradually increase demands as you improve.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1427" y="5346204"/>
            <a:ext cx="3469692" cy="7743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65139" y="5365254"/>
            <a:ext cx="3255980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Specificity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4565139" y="5675610"/>
            <a:ext cx="3255980" cy="425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toward your goal, not a random muscle-of-the-day.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8988" y="5346204"/>
            <a:ext cx="3469791" cy="77430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52700" y="5365254"/>
            <a:ext cx="3256079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Individualization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8152700" y="5675610"/>
            <a:ext cx="3256079" cy="425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should reflect each person’s needs and starting point.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31130"/>
            <a:ext cx="10625864" cy="1118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"Today" Engine: Turn Intention Into an Actual Workout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2916" y="2035770"/>
            <a:ext cx="11235449" cy="25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removes the friction between wanting to work out and actually doing it.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522" y="2454473"/>
            <a:ext cx="8500651" cy="33535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67911" y="3615920"/>
            <a:ext cx="1691043" cy="2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4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167911" y="3911444"/>
            <a:ext cx="1691043" cy="33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premade plan or build your own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70274" y="4019581"/>
            <a:ext cx="1691043" cy="2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4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270274" y="4315106"/>
            <a:ext cx="1691043" cy="33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Arrange warm-up, FITT main set, cool-down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97179" y="3615920"/>
            <a:ext cx="1691043" cy="230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spc="-4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Evolve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97179" y="3911444"/>
            <a:ext cx="1691043" cy="33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3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Auto-update plans as you progress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2916" y="5969099"/>
            <a:ext cx="11235449" cy="25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session is organized with purpose, so you can train smarter without extra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6" y="661293"/>
            <a:ext cx="6053978" cy="110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10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When Motivation Drops, the Plan Compensates</a:t>
            </a:r>
            <a:endParaRPr lang="en-US" sz="3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916" y="1970286"/>
            <a:ext cx="440322" cy="4403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2916" y="2583954"/>
            <a:ext cx="6053978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Built-In Variety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782916" y="2942233"/>
            <a:ext cx="6053978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Core, lower body, cardio, and stretches keep sessions fresh and consistent.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916" y="3471565"/>
            <a:ext cx="440322" cy="4403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82916" y="4085233"/>
            <a:ext cx="6053978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Goal-Specific Tracks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82916" y="4443512"/>
            <a:ext cx="6053978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plan keeps you moving forward, even on low-energy days.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916" y="4972844"/>
            <a:ext cx="440322" cy="44033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82916" y="5586512"/>
            <a:ext cx="6053978" cy="275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 by Design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82916" y="5944791"/>
            <a:ext cx="6053978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35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and variety work together to reduce drop-off.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669528"/>
            <a:ext cx="10625864" cy="59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Clear Case for Personalized Planning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82916" y="2901950"/>
            <a:ext cx="508096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Personalization Is Non-Negotiable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82916" y="3360737"/>
            <a:ext cx="5080964" cy="5625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fitness success requires </a:t>
            </a:r>
            <a:pPr algn="l" indent="0" marL="0">
              <a:lnSpc>
                <a:spcPct val="12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individualization</a:t>
            </a:r>
            <a:pPr algn="l" indent="0" marL="0">
              <a:lnSpc>
                <a:spcPct val="12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adaptation</a:t>
            </a:r>
            <a:pPr algn="l" indent="0" marL="0">
              <a:lnSpc>
                <a:spcPct val="12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 plan that ignores who you are won’t last.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2916" y="4105077"/>
            <a:ext cx="5080964" cy="667246"/>
          </a:xfrm>
          <a:prstGeom prst="roundRect">
            <a:avLst>
              <a:gd name="adj" fmla="val 11969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014" y="4357390"/>
            <a:ext cx="237623" cy="1901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00735" y="4298057"/>
            <a:ext cx="4882631" cy="281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tailors every workout by level and goal.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255" y="1687810"/>
            <a:ext cx="4318785" cy="43188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849213"/>
            <a:ext cx="10625864" cy="66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b="1" spc="-12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Workout Library to Adaptive Partner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82916" y="1917005"/>
            <a:ext cx="11235449" cy="3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scales from single exercises to full programs — aligned to your goals.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82916" y="3684191"/>
            <a:ext cx="3121443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2050" b="1" spc="-6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 Your Goal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782916" y="4137223"/>
            <a:ext cx="3121443" cy="66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weight loss, strength, toning, or endurance.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9302" y="2475607"/>
            <a:ext cx="3533091" cy="35331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8726" y="3870623"/>
            <a:ext cx="317889" cy="3178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81076" y="2721173"/>
            <a:ext cx="322770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Structured Sessions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8181076" y="3174206"/>
            <a:ext cx="3227704" cy="66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programs built with warm-up, work, and cool-down phases.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302" y="2475607"/>
            <a:ext cx="3533091" cy="353318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0038" y="3134519"/>
            <a:ext cx="317889" cy="3178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81076" y="4647109"/>
            <a:ext cx="3227704" cy="331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spc="-6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Your Direction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8181076" y="5100141"/>
            <a:ext cx="3227704" cy="66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spc="-33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you improve, the plan adds new challenges.</a:t>
            </a:r>
            <a:endParaRPr lang="en-US" sz="16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9302" y="2475607"/>
            <a:ext cx="3533091" cy="353318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61846" y="5244505"/>
            <a:ext cx="317889" cy="3178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2916" y="904677"/>
            <a:ext cx="6053978" cy="209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spc="-1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FitBuddy Adapts With You — So Your Fitness Can Too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2916" y="3337520"/>
            <a:ext cx="6053978" cy="2615803"/>
          </a:xfrm>
          <a:prstGeom prst="roundRect">
            <a:avLst>
              <a:gd name="adj" fmla="val 3592"/>
            </a:avLst>
          </a:prstGeom>
          <a:solidFill>
            <a:srgbClr val="DADBF1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95615" y="3350220"/>
            <a:ext cx="6028579" cy="1295202"/>
          </a:xfrm>
          <a:custGeom>
            <a:avLst/>
            <a:gdLst/>
            <a:ahLst/>
            <a:cxnLst/>
            <a:rect l="l" t="t" r="r" b="b"/>
            <a:pathLst>
              <a:path w="6028579" h="1295202">
                <a:moveTo>
                  <a:pt x="78295" y="0"/>
                </a:moveTo>
                <a:lnTo>
                  <a:pt x="5950283" y="0"/>
                </a:lnTo>
                <a:arcTo hR="78297" wR="78295" stAng="16200000" swAng="5400000"/>
                <a:lnTo>
                  <a:pt x="6028579" y="1295202"/>
                </a:lnTo>
                <a:lnTo>
                  <a:pt x="0" y="1295202"/>
                </a:lnTo>
                <a:lnTo>
                  <a:pt x="0" y="78297"/>
                </a:lnTo>
                <a:arcTo hR="78297" wR="78295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1019249" y="3573859"/>
            <a:ext cx="5581312" cy="35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Plan Isn't Static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9249" y="4063802"/>
            <a:ext cx="5581312" cy="35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evolves with your goals and progress.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5615" y="4645422"/>
            <a:ext cx="6028579" cy="1295202"/>
          </a:xfrm>
          <a:custGeom>
            <a:avLst/>
            <a:gdLst/>
            <a:ahLst/>
            <a:cxnLst/>
            <a:rect l="l" t="t" r="r" b="b"/>
            <a:pathLst>
              <a:path w="6028579" h="1295202">
                <a:moveTo>
                  <a:pt x="0" y="0"/>
                </a:moveTo>
                <a:lnTo>
                  <a:pt x="6028579" y="0"/>
                </a:lnTo>
                <a:lnTo>
                  <a:pt x="6028579" y="1216904"/>
                </a:lnTo>
                <a:arcTo hR="78297" wR="78295" stAng="0" swAng="5400000"/>
                <a:lnTo>
                  <a:pt x="78295" y="1295202"/>
                </a:lnTo>
                <a:arcTo hR="78297" wR="78295" stAng="5400000" swAng="5400000"/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9" name="Shape 6"/>
          <p:cNvSpPr/>
          <p:nvPr/>
        </p:nvSpPr>
        <p:spPr>
          <a:xfrm>
            <a:off x="795615" y="4645422"/>
            <a:ext cx="6028579" cy="2540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0" name="Text 7"/>
          <p:cNvSpPr/>
          <p:nvPr/>
        </p:nvSpPr>
        <p:spPr>
          <a:xfrm>
            <a:off x="1019249" y="4869061"/>
            <a:ext cx="5581312" cy="355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2200" b="1" spc="-6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Start Today, Evolve Tomorrow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9249" y="5359003"/>
            <a:ext cx="5581312" cy="357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spc="-3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where you are. FitBuddy adapts from there.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54801" y="661988"/>
            <a:ext cx="6053978" cy="1118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Unleash Your Potential with FitBuddy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354801" y="1995091"/>
            <a:ext cx="6053978" cy="77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FitBuddy is more than just a workout app; it's your personalized fitness partner, engineered to adapt to your unique journey and keep you on track towards your goals.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354801" y="2929136"/>
            <a:ext cx="6053978" cy="993577"/>
          </a:xfrm>
          <a:prstGeom prst="roundRect">
            <a:avLst>
              <a:gd name="adj" fmla="val 75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540038" y="3114377"/>
            <a:ext cx="5683505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Personalized to You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40038" y="3479800"/>
            <a:ext cx="5683505" cy="25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tailored to your level, goals, and preferences.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54801" y="4065786"/>
            <a:ext cx="6053978" cy="993577"/>
          </a:xfrm>
          <a:prstGeom prst="roundRect">
            <a:avLst>
              <a:gd name="adj" fmla="val 75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40038" y="4251027"/>
            <a:ext cx="5683505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Adapts to Life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540038" y="4616450"/>
            <a:ext cx="5683505" cy="25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program evolves with your progress, schedule, and challenges.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54801" y="5202436"/>
            <a:ext cx="6053978" cy="993577"/>
          </a:xfrm>
          <a:prstGeom prst="roundRect">
            <a:avLst>
              <a:gd name="adj" fmla="val 756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40038" y="5387677"/>
            <a:ext cx="5683505" cy="279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Built for Consistency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540038" y="5753100"/>
            <a:ext cx="5683505" cy="25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 workouts designed to overcome motivation drops.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916" y="2729905"/>
            <a:ext cx="10625864" cy="1398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800" b="1" spc="-26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8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2026-09-22T06:02:50Z</dcterms:created>
  <dcterms:modified xsi:type="dcterms:W3CDTF">2026-09-22T06:02:50Z</dcterms:modified>
</cp:coreProperties>
</file>